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f1befbc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f1befbc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f1befbc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f1befbc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f1befbc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f1befbc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f1befbc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f1befbc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f1befbcc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f1befbcc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f1befbcc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f1befbcc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f1befbcc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f1befbcc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073225" y="2823600"/>
            <a:ext cx="6337200" cy="231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80"/>
              <a:t>AjeditsDB</a:t>
            </a:r>
            <a:endParaRPr sz="42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20"/>
              <a:t>Online Freelancing </a:t>
            </a:r>
            <a:endParaRPr sz="12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20"/>
              <a:t>Video Editing Business </a:t>
            </a:r>
            <a:endParaRPr sz="12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20"/>
              <a:t>on Fiverr</a:t>
            </a:r>
            <a:endParaRPr sz="12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120">
                <a:solidFill>
                  <a:schemeClr val="dk2"/>
                </a:solidFill>
              </a:rPr>
              <a:t>By AJ Luthra</a:t>
            </a:r>
            <a:endParaRPr sz="122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992125" cy="217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0" y="3143775"/>
            <a:ext cx="1855999" cy="193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050" y="1089975"/>
            <a:ext cx="2718950" cy="259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3"/>
          <p:cNvCxnSpPr>
            <a:stCxn id="56" idx="0"/>
            <a:endCxn id="55" idx="2"/>
          </p:cNvCxnSpPr>
          <p:nvPr/>
        </p:nvCxnSpPr>
        <p:spPr>
          <a:xfrm rot="-5400000">
            <a:off x="502299" y="2649975"/>
            <a:ext cx="970500" cy="171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13"/>
          <p:cNvCxnSpPr>
            <a:stCxn id="56" idx="3"/>
            <a:endCxn id="57" idx="1"/>
          </p:cNvCxnSpPr>
          <p:nvPr/>
        </p:nvCxnSpPr>
        <p:spPr>
          <a:xfrm flipH="1" rot="10800000">
            <a:off x="1906999" y="2385625"/>
            <a:ext cx="4518000" cy="17265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>
            <a:stCxn id="55" idx="3"/>
            <a:endCxn id="57" idx="1"/>
          </p:cNvCxnSpPr>
          <p:nvPr/>
        </p:nvCxnSpPr>
        <p:spPr>
          <a:xfrm>
            <a:off x="1992122" y="1086613"/>
            <a:ext cx="4432800" cy="12990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Ajeditsdb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Ajedits26 is a freelancing video editing online business hosted on fiverr, and it offers viral short-form and long-form edits with clean animations and motion graphics. The software I use to edit every project is called Davinci Resolve. A client clicks on my gig page and views the description, chooses a pricing package ranging from Basic, Standard, Premium, they can look at reviews from previous clients, and can browse sample projects. Clients will send a message to the seller to discuss requirements or ask about my skills, click order now, provide detailed project instructions/deadlines, and remain in real-time constant contact with sellers to track work progress.</a:t>
            </a:r>
            <a:r>
              <a:rPr lang="en" sz="1700">
                <a:solidFill>
                  <a:schemeClr val="dk1"/>
                </a:solidFill>
              </a:rPr>
              <a:t> 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(Using Joins to view all tables)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1700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4850" y="3023036"/>
            <a:ext cx="7896754" cy="196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Tables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50" y="971950"/>
            <a:ext cx="4684849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575" y="971950"/>
            <a:ext cx="3992975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Queries Part 1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575" y="0"/>
            <a:ext cx="6635425" cy="50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Queries part 2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3050" y="0"/>
            <a:ext cx="6530951" cy="500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Queries part 3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3300" y="0"/>
            <a:ext cx="587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2847000" y="2125800"/>
            <a:ext cx="34500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</a:rPr>
              <a:t>Questions?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3144300" y="3116725"/>
            <a:ext cx="2855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Thank you for listening!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