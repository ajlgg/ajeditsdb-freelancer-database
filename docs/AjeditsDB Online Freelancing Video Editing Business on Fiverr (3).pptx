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1befb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1befb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0c2970c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0c2970c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c2970c2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0c2970c2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f1befbc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f1befbc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1befbc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f1befbc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1befbc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f1befbc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74a0395e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74a0395e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f1befbc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f1befbc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074a0395e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074a0395e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1befbc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f1befbc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1befbcc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f1befbcc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11" Type="http://schemas.openxmlformats.org/officeDocument/2006/relationships/image" Target="../media/image12.png"/><Relationship Id="rId10" Type="http://schemas.openxmlformats.org/officeDocument/2006/relationships/image" Target="../media/image10.png"/><Relationship Id="rId9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73225" y="2823600"/>
            <a:ext cx="6337200" cy="23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80"/>
              <a:t>AjeditsDB</a:t>
            </a:r>
            <a:endParaRPr sz="4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Online Freelancing </a:t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Video Editing Business </a:t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on Fiverr</a:t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120">
                <a:solidFill>
                  <a:schemeClr val="dk2"/>
                </a:solidFill>
              </a:rPr>
              <a:t>By AJ Luthra</a:t>
            </a:r>
            <a:endParaRPr sz="122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992125" cy="21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0" y="3143775"/>
            <a:ext cx="1855999" cy="193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050" y="1089975"/>
            <a:ext cx="2718950" cy="259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>
            <a:stCxn id="56" idx="0"/>
            <a:endCxn id="55" idx="2"/>
          </p:cNvCxnSpPr>
          <p:nvPr/>
        </p:nvCxnSpPr>
        <p:spPr>
          <a:xfrm rot="-5400000">
            <a:off x="502299" y="2649975"/>
            <a:ext cx="970500" cy="171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>
            <a:stCxn id="56" idx="3"/>
            <a:endCxn id="57" idx="1"/>
          </p:cNvCxnSpPr>
          <p:nvPr/>
        </p:nvCxnSpPr>
        <p:spPr>
          <a:xfrm flipH="1" rot="10800000">
            <a:off x="1906999" y="2385625"/>
            <a:ext cx="4518000" cy="17265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>
            <a:stCxn id="55" idx="3"/>
            <a:endCxn id="57" idx="1"/>
          </p:cNvCxnSpPr>
          <p:nvPr/>
        </p:nvCxnSpPr>
        <p:spPr>
          <a:xfrm>
            <a:off x="1992122" y="1086613"/>
            <a:ext cx="4432800" cy="12990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Ajeditsdb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0" y="1017725"/>
            <a:ext cx="9347700" cy="4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Ajedits26 is a freelancing video editing online business hosted on fiverr, and it offers viral short-form and long-form edits with clean animations and motion graphics. 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 software I use to edit every project is called Davinci Resolve. 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It is used to take in data to simulate how fiverr is used: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 client  makes an account and joins fiverr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 client searches a digital service and chooses a freelancer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Then a client can choose a freelancer to complete a service for them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 client can choose a package that have different price ranges depending on how big the job is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Then the client can place an order for the specified package of the service 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They can use their payment method of choice, and remain in constant contact with the freelancer through real-time messages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Char char="-"/>
            </a:pP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Then the client can leave a review for the freelancer based on how good a </a:t>
            </a:r>
            <a:r>
              <a:rPr lang="en">
                <a:solidFill>
                  <a:srgbClr val="F0F6FC"/>
                </a:solidFill>
                <a:highlight>
                  <a:srgbClr val="0D1117"/>
                </a:highlight>
              </a:rPr>
              <a:t>job they did or whether they weren’t satisfied by the job</a:t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Tables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397539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34250"/>
            <a:ext cx="3397550" cy="11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7350" y="3828450"/>
            <a:ext cx="377705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2475" y="70513"/>
            <a:ext cx="3914700" cy="132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7546" y="1392225"/>
            <a:ext cx="3239349" cy="13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6900" y="1170125"/>
            <a:ext cx="2563124" cy="11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02750" y="2571750"/>
            <a:ext cx="2697274" cy="8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05747" y="2794825"/>
            <a:ext cx="2835076" cy="10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91720" y="3675200"/>
            <a:ext cx="2928999" cy="14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125" y="89650"/>
            <a:ext cx="508242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(Using Joins to view all data in one data table)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1700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4850" y="3023036"/>
            <a:ext cx="7896754" cy="196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Tables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50" y="971950"/>
            <a:ext cx="468484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8149" y="999188"/>
            <a:ext cx="4038004" cy="37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0" y="0"/>
            <a:ext cx="1735200" cy="53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Queries Part 1 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This query is using CTE and Window Functions to transform transaction data from every order to a structured business report.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200" y="0"/>
            <a:ext cx="6346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table for queries part 1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25" y="1049075"/>
            <a:ext cx="7104674" cy="38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0" y="0"/>
            <a:ext cx="2610900" cy="49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/>
              <a:t>Queries</a:t>
            </a:r>
            <a:r>
              <a:rPr lang="en" sz="1420"/>
              <a:t> </a:t>
            </a:r>
            <a:r>
              <a:rPr lang="en" sz="1420"/>
              <a:t>part 2</a:t>
            </a:r>
            <a:endParaRPr sz="1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2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ts val="1420"/>
              <a:buChar char="-"/>
            </a:pPr>
            <a:r>
              <a:rPr lang="en" sz="1420"/>
              <a:t>This query aggregates and analyzes pricing data to determine which service package is the best option for each client </a:t>
            </a:r>
            <a:endParaRPr sz="142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ts val="1420"/>
              <a:buChar char="-"/>
            </a:pPr>
            <a:r>
              <a:rPr lang="en" sz="1420"/>
              <a:t>I grouped them based on skill level and rating of the freelancer and the package type</a:t>
            </a:r>
            <a:endParaRPr sz="1420"/>
          </a:p>
          <a:p>
            <a:pPr indent="-318770" lvl="0" marL="457200" rtl="0" algn="l">
              <a:spcBef>
                <a:spcPts val="0"/>
              </a:spcBef>
              <a:spcAft>
                <a:spcPts val="0"/>
              </a:spcAft>
              <a:buSzPts val="1420"/>
              <a:buChar char="-"/>
            </a:pPr>
            <a:r>
              <a:rPr lang="en" sz="1420"/>
              <a:t>I used minimum, maximum, sum, count, and average to calculate metrics</a:t>
            </a:r>
            <a:endParaRPr sz="1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20"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950" y="44325"/>
            <a:ext cx="5602950" cy="505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table for queries part 2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4125"/>
            <a:ext cx="9144003" cy="29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0" y="0"/>
            <a:ext cx="2641500" cy="50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Queries part 3 </a:t>
            </a:r>
            <a:endParaRPr sz="1700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700"/>
              <a:t>This procedure generates a financial summary for a specific client if they have not made any transactions yet.</a:t>
            </a:r>
            <a:endParaRPr sz="1700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700"/>
              <a:t>Calculates the sum of all their completed order payments. </a:t>
            </a:r>
            <a:endParaRPr sz="1700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700"/>
              <a:t>It also uses a CTE to aggregate data from orders and payments tables and then joins the results with the clients table.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050" y="280150"/>
            <a:ext cx="5046475" cy="44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2847000" y="2125800"/>
            <a:ext cx="34500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Questions?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3144300" y="3116725"/>
            <a:ext cx="2855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Thank you for listening!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